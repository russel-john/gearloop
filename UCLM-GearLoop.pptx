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C26B01C-A7A3-4F23-88A5-E73A493782A1}" v="5" dt="2026-02-17T15:19:21.98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15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hnkevindelosantos@gmail.com" userId="e54939cf76fe2811" providerId="LiveId" clId="{4C7F57B3-CE39-45B5-8560-3CF624DEC5A9}"/>
    <pc:docChg chg="addSld modSld modMainMaster">
      <pc:chgData name="johnkevindelosantos@gmail.com" userId="e54939cf76fe2811" providerId="LiveId" clId="{4C7F57B3-CE39-45B5-8560-3CF624DEC5A9}" dt="2026-02-17T15:19:25.021" v="27" actId="207"/>
      <pc:docMkLst>
        <pc:docMk/>
      </pc:docMkLst>
      <pc:sldChg chg="modSp mod setBg">
        <pc:chgData name="johnkevindelosantos@gmail.com" userId="e54939cf76fe2811" providerId="LiveId" clId="{4C7F57B3-CE39-45B5-8560-3CF624DEC5A9}" dt="2026-02-17T15:18:52.591" v="20"/>
        <pc:sldMkLst>
          <pc:docMk/>
          <pc:sldMk cId="730825296" sldId="256"/>
        </pc:sldMkLst>
        <pc:spChg chg="mod">
          <ac:chgData name="johnkevindelosantos@gmail.com" userId="e54939cf76fe2811" providerId="LiveId" clId="{4C7F57B3-CE39-45B5-8560-3CF624DEC5A9}" dt="2026-02-17T15:18:46.129" v="19" actId="207"/>
          <ac:spMkLst>
            <pc:docMk/>
            <pc:sldMk cId="730825296" sldId="256"/>
            <ac:spMk id="2" creationId="{702D24D8-BFE4-4E40-D451-154BEE0D55F2}"/>
          </ac:spMkLst>
        </pc:spChg>
        <pc:spChg chg="mod">
          <ac:chgData name="johnkevindelosantos@gmail.com" userId="e54939cf76fe2811" providerId="LiveId" clId="{4C7F57B3-CE39-45B5-8560-3CF624DEC5A9}" dt="2026-02-17T15:18:46.129" v="19" actId="207"/>
          <ac:spMkLst>
            <pc:docMk/>
            <pc:sldMk cId="730825296" sldId="256"/>
            <ac:spMk id="3" creationId="{352ABDE6-3C84-0C02-DAEB-22DCA7AE07C3}"/>
          </ac:spMkLst>
        </pc:spChg>
      </pc:sldChg>
      <pc:sldChg chg="modSp mod">
        <pc:chgData name="johnkevindelosantos@gmail.com" userId="e54939cf76fe2811" providerId="LiveId" clId="{4C7F57B3-CE39-45B5-8560-3CF624DEC5A9}" dt="2026-02-17T15:19:02.444" v="21" actId="207"/>
        <pc:sldMkLst>
          <pc:docMk/>
          <pc:sldMk cId="2333379393" sldId="257"/>
        </pc:sldMkLst>
        <pc:spChg chg="mod">
          <ac:chgData name="johnkevindelosantos@gmail.com" userId="e54939cf76fe2811" providerId="LiveId" clId="{4C7F57B3-CE39-45B5-8560-3CF624DEC5A9}" dt="2026-02-17T15:19:02.444" v="21" actId="207"/>
          <ac:spMkLst>
            <pc:docMk/>
            <pc:sldMk cId="2333379393" sldId="257"/>
            <ac:spMk id="2" creationId="{D70C75A8-E45D-51D5-8440-18384C085191}"/>
          </ac:spMkLst>
        </pc:spChg>
        <pc:spChg chg="mod">
          <ac:chgData name="johnkevindelosantos@gmail.com" userId="e54939cf76fe2811" providerId="LiveId" clId="{4C7F57B3-CE39-45B5-8560-3CF624DEC5A9}" dt="2026-02-17T15:19:02.444" v="21" actId="207"/>
          <ac:spMkLst>
            <pc:docMk/>
            <pc:sldMk cId="2333379393" sldId="257"/>
            <ac:spMk id="3" creationId="{783909E5-D1C6-B87A-1D53-05CDC3C59507}"/>
          </ac:spMkLst>
        </pc:spChg>
      </pc:sldChg>
      <pc:sldChg chg="modSp mod">
        <pc:chgData name="johnkevindelosantos@gmail.com" userId="e54939cf76fe2811" providerId="LiveId" clId="{4C7F57B3-CE39-45B5-8560-3CF624DEC5A9}" dt="2026-02-17T15:19:07.914" v="22" actId="207"/>
        <pc:sldMkLst>
          <pc:docMk/>
          <pc:sldMk cId="982648927" sldId="259"/>
        </pc:sldMkLst>
        <pc:spChg chg="mod">
          <ac:chgData name="johnkevindelosantos@gmail.com" userId="e54939cf76fe2811" providerId="LiveId" clId="{4C7F57B3-CE39-45B5-8560-3CF624DEC5A9}" dt="2026-02-17T15:19:07.914" v="22" actId="207"/>
          <ac:spMkLst>
            <pc:docMk/>
            <pc:sldMk cId="982648927" sldId="259"/>
            <ac:spMk id="2" creationId="{9D0A14B9-5943-18CC-0156-330EECC633D9}"/>
          </ac:spMkLst>
        </pc:spChg>
        <pc:spChg chg="mod">
          <ac:chgData name="johnkevindelosantos@gmail.com" userId="e54939cf76fe2811" providerId="LiveId" clId="{4C7F57B3-CE39-45B5-8560-3CF624DEC5A9}" dt="2026-02-17T15:19:07.914" v="22" actId="207"/>
          <ac:spMkLst>
            <pc:docMk/>
            <pc:sldMk cId="982648927" sldId="259"/>
            <ac:spMk id="3" creationId="{83930ED4-7DDB-CD7F-757E-86E77665F60A}"/>
          </ac:spMkLst>
        </pc:spChg>
      </pc:sldChg>
      <pc:sldChg chg="modSp mod">
        <pc:chgData name="johnkevindelosantos@gmail.com" userId="e54939cf76fe2811" providerId="LiveId" clId="{4C7F57B3-CE39-45B5-8560-3CF624DEC5A9}" dt="2026-02-17T15:19:11.913" v="23" actId="207"/>
        <pc:sldMkLst>
          <pc:docMk/>
          <pc:sldMk cId="1236529846" sldId="260"/>
        </pc:sldMkLst>
        <pc:spChg chg="mod">
          <ac:chgData name="johnkevindelosantos@gmail.com" userId="e54939cf76fe2811" providerId="LiveId" clId="{4C7F57B3-CE39-45B5-8560-3CF624DEC5A9}" dt="2026-02-17T15:19:11.913" v="23" actId="207"/>
          <ac:spMkLst>
            <pc:docMk/>
            <pc:sldMk cId="1236529846" sldId="260"/>
            <ac:spMk id="2" creationId="{6E769BCF-13C1-92D7-C261-70A3511AA998}"/>
          </ac:spMkLst>
        </pc:spChg>
        <pc:spChg chg="mod">
          <ac:chgData name="johnkevindelosantos@gmail.com" userId="e54939cf76fe2811" providerId="LiveId" clId="{4C7F57B3-CE39-45B5-8560-3CF624DEC5A9}" dt="2026-02-17T15:19:11.913" v="23" actId="207"/>
          <ac:spMkLst>
            <pc:docMk/>
            <pc:sldMk cId="1236529846" sldId="260"/>
            <ac:spMk id="3" creationId="{466344BD-C0C6-FB6C-CAF5-BDCDACAC9E9A}"/>
          </ac:spMkLst>
        </pc:spChg>
      </pc:sldChg>
      <pc:sldChg chg="modSp mod">
        <pc:chgData name="johnkevindelosantos@gmail.com" userId="e54939cf76fe2811" providerId="LiveId" clId="{4C7F57B3-CE39-45B5-8560-3CF624DEC5A9}" dt="2026-02-17T15:19:15.239" v="24" actId="207"/>
        <pc:sldMkLst>
          <pc:docMk/>
          <pc:sldMk cId="3227257215" sldId="261"/>
        </pc:sldMkLst>
        <pc:spChg chg="mod">
          <ac:chgData name="johnkevindelosantos@gmail.com" userId="e54939cf76fe2811" providerId="LiveId" clId="{4C7F57B3-CE39-45B5-8560-3CF624DEC5A9}" dt="2026-02-17T15:19:15.239" v="24" actId="207"/>
          <ac:spMkLst>
            <pc:docMk/>
            <pc:sldMk cId="3227257215" sldId="261"/>
            <ac:spMk id="2" creationId="{AC7AD173-77EE-C946-7020-8B7E157E64B3}"/>
          </ac:spMkLst>
        </pc:spChg>
        <pc:spChg chg="mod">
          <ac:chgData name="johnkevindelosantos@gmail.com" userId="e54939cf76fe2811" providerId="LiveId" clId="{4C7F57B3-CE39-45B5-8560-3CF624DEC5A9}" dt="2026-02-17T15:19:15.239" v="24" actId="207"/>
          <ac:spMkLst>
            <pc:docMk/>
            <pc:sldMk cId="3227257215" sldId="261"/>
            <ac:spMk id="3" creationId="{87935730-6175-05D4-A365-E908FD3DCB68}"/>
          </ac:spMkLst>
        </pc:spChg>
      </pc:sldChg>
      <pc:sldChg chg="modSp mod">
        <pc:chgData name="johnkevindelosantos@gmail.com" userId="e54939cf76fe2811" providerId="LiveId" clId="{4C7F57B3-CE39-45B5-8560-3CF624DEC5A9}" dt="2026-02-17T15:19:18.339" v="25" actId="207"/>
        <pc:sldMkLst>
          <pc:docMk/>
          <pc:sldMk cId="2730502671" sldId="262"/>
        </pc:sldMkLst>
        <pc:spChg chg="mod">
          <ac:chgData name="johnkevindelosantos@gmail.com" userId="e54939cf76fe2811" providerId="LiveId" clId="{4C7F57B3-CE39-45B5-8560-3CF624DEC5A9}" dt="2026-02-17T15:19:18.339" v="25" actId="207"/>
          <ac:spMkLst>
            <pc:docMk/>
            <pc:sldMk cId="2730502671" sldId="262"/>
            <ac:spMk id="2" creationId="{5E429E4E-BA6A-16E4-9007-CEC5FA9E1A1E}"/>
          </ac:spMkLst>
        </pc:spChg>
        <pc:spChg chg="mod">
          <ac:chgData name="johnkevindelosantos@gmail.com" userId="e54939cf76fe2811" providerId="LiveId" clId="{4C7F57B3-CE39-45B5-8560-3CF624DEC5A9}" dt="2026-02-17T15:19:18.339" v="25" actId="207"/>
          <ac:spMkLst>
            <pc:docMk/>
            <pc:sldMk cId="2730502671" sldId="262"/>
            <ac:spMk id="3" creationId="{9AC04750-AAFF-2772-A3CF-92C033D05DAB}"/>
          </ac:spMkLst>
        </pc:spChg>
      </pc:sldChg>
      <pc:sldChg chg="modSp">
        <pc:chgData name="johnkevindelosantos@gmail.com" userId="e54939cf76fe2811" providerId="LiveId" clId="{4C7F57B3-CE39-45B5-8560-3CF624DEC5A9}" dt="2026-02-17T15:19:21.980" v="26" actId="207"/>
        <pc:sldMkLst>
          <pc:docMk/>
          <pc:sldMk cId="4256445477" sldId="263"/>
        </pc:sldMkLst>
        <pc:spChg chg="mod">
          <ac:chgData name="johnkevindelosantos@gmail.com" userId="e54939cf76fe2811" providerId="LiveId" clId="{4C7F57B3-CE39-45B5-8560-3CF624DEC5A9}" dt="2026-02-17T15:19:21.980" v="26" actId="207"/>
          <ac:spMkLst>
            <pc:docMk/>
            <pc:sldMk cId="4256445477" sldId="263"/>
            <ac:spMk id="2" creationId="{F3FF1C59-788A-7156-3407-5005E520FD28}"/>
          </ac:spMkLst>
        </pc:spChg>
        <pc:spChg chg="mod">
          <ac:chgData name="johnkevindelosantos@gmail.com" userId="e54939cf76fe2811" providerId="LiveId" clId="{4C7F57B3-CE39-45B5-8560-3CF624DEC5A9}" dt="2026-02-17T15:19:21.980" v="26" actId="207"/>
          <ac:spMkLst>
            <pc:docMk/>
            <pc:sldMk cId="4256445477" sldId="263"/>
            <ac:spMk id="3" creationId="{AD5F5E7A-40CC-C6EC-A170-4A79E188D7BF}"/>
          </ac:spMkLst>
        </pc:spChg>
        <pc:spChg chg="mod">
          <ac:chgData name="johnkevindelosantos@gmail.com" userId="e54939cf76fe2811" providerId="LiveId" clId="{4C7F57B3-CE39-45B5-8560-3CF624DEC5A9}" dt="2026-02-17T15:19:21.980" v="26" actId="207"/>
          <ac:spMkLst>
            <pc:docMk/>
            <pc:sldMk cId="4256445477" sldId="263"/>
            <ac:spMk id="5" creationId="{973E4335-8A07-C773-B677-1EB4D1A09FC1}"/>
          </ac:spMkLst>
        </pc:spChg>
        <pc:spChg chg="mod">
          <ac:chgData name="johnkevindelosantos@gmail.com" userId="e54939cf76fe2811" providerId="LiveId" clId="{4C7F57B3-CE39-45B5-8560-3CF624DEC5A9}" dt="2026-02-17T15:19:21.980" v="26" actId="207"/>
          <ac:spMkLst>
            <pc:docMk/>
            <pc:sldMk cId="4256445477" sldId="263"/>
            <ac:spMk id="7" creationId="{8C59BF1D-E238-474D-D82C-07CEA084F6FB}"/>
          </ac:spMkLst>
        </pc:spChg>
      </pc:sldChg>
      <pc:sldChg chg="modSp new mod">
        <pc:chgData name="johnkevindelosantos@gmail.com" userId="e54939cf76fe2811" providerId="LiveId" clId="{4C7F57B3-CE39-45B5-8560-3CF624DEC5A9}" dt="2026-02-17T15:19:25.021" v="27" actId="207"/>
        <pc:sldMkLst>
          <pc:docMk/>
          <pc:sldMk cId="4161521737" sldId="264"/>
        </pc:sldMkLst>
        <pc:spChg chg="mod">
          <ac:chgData name="johnkevindelosantos@gmail.com" userId="e54939cf76fe2811" providerId="LiveId" clId="{4C7F57B3-CE39-45B5-8560-3CF624DEC5A9}" dt="2026-02-17T15:19:25.021" v="27" actId="207"/>
          <ac:spMkLst>
            <pc:docMk/>
            <pc:sldMk cId="4161521737" sldId="264"/>
            <ac:spMk id="2" creationId="{A6244D96-4E3F-6CE7-B937-299067A5BA75}"/>
          </ac:spMkLst>
        </pc:spChg>
        <pc:spChg chg="mod">
          <ac:chgData name="johnkevindelosantos@gmail.com" userId="e54939cf76fe2811" providerId="LiveId" clId="{4C7F57B3-CE39-45B5-8560-3CF624DEC5A9}" dt="2026-02-17T15:19:25.021" v="27" actId="207"/>
          <ac:spMkLst>
            <pc:docMk/>
            <pc:sldMk cId="4161521737" sldId="264"/>
            <ac:spMk id="3" creationId="{3CD6FA01-263A-458B-15BD-0C8276BBC55A}"/>
          </ac:spMkLst>
        </pc:spChg>
      </pc:sldChg>
      <pc:sldMasterChg chg="setBg modSldLayout">
        <pc:chgData name="johnkevindelosantos@gmail.com" userId="e54939cf76fe2811" providerId="LiveId" clId="{4C7F57B3-CE39-45B5-8560-3CF624DEC5A9}" dt="2026-02-17T15:18:52.591" v="20"/>
        <pc:sldMasterMkLst>
          <pc:docMk/>
          <pc:sldMasterMk cId="2493104848" sldId="2147483648"/>
        </pc:sldMasterMkLst>
        <pc:sldLayoutChg chg="setBg">
          <pc:chgData name="johnkevindelosantos@gmail.com" userId="e54939cf76fe2811" providerId="LiveId" clId="{4C7F57B3-CE39-45B5-8560-3CF624DEC5A9}" dt="2026-02-17T15:18:52.591" v="20"/>
          <pc:sldLayoutMkLst>
            <pc:docMk/>
            <pc:sldMasterMk cId="2493104848" sldId="2147483648"/>
            <pc:sldLayoutMk cId="4211964957" sldId="2147483649"/>
          </pc:sldLayoutMkLst>
        </pc:sldLayoutChg>
        <pc:sldLayoutChg chg="setBg">
          <pc:chgData name="johnkevindelosantos@gmail.com" userId="e54939cf76fe2811" providerId="LiveId" clId="{4C7F57B3-CE39-45B5-8560-3CF624DEC5A9}" dt="2026-02-17T15:18:52.591" v="20"/>
          <pc:sldLayoutMkLst>
            <pc:docMk/>
            <pc:sldMasterMk cId="2493104848" sldId="2147483648"/>
            <pc:sldLayoutMk cId="1511234743" sldId="2147483650"/>
          </pc:sldLayoutMkLst>
        </pc:sldLayoutChg>
        <pc:sldLayoutChg chg="setBg">
          <pc:chgData name="johnkevindelosantos@gmail.com" userId="e54939cf76fe2811" providerId="LiveId" clId="{4C7F57B3-CE39-45B5-8560-3CF624DEC5A9}" dt="2026-02-17T15:18:52.591" v="20"/>
          <pc:sldLayoutMkLst>
            <pc:docMk/>
            <pc:sldMasterMk cId="2493104848" sldId="2147483648"/>
            <pc:sldLayoutMk cId="3180727267" sldId="2147483651"/>
          </pc:sldLayoutMkLst>
        </pc:sldLayoutChg>
        <pc:sldLayoutChg chg="setBg">
          <pc:chgData name="johnkevindelosantos@gmail.com" userId="e54939cf76fe2811" providerId="LiveId" clId="{4C7F57B3-CE39-45B5-8560-3CF624DEC5A9}" dt="2026-02-17T15:18:52.591" v="20"/>
          <pc:sldLayoutMkLst>
            <pc:docMk/>
            <pc:sldMasterMk cId="2493104848" sldId="2147483648"/>
            <pc:sldLayoutMk cId="2586636652" sldId="2147483652"/>
          </pc:sldLayoutMkLst>
        </pc:sldLayoutChg>
        <pc:sldLayoutChg chg="setBg">
          <pc:chgData name="johnkevindelosantos@gmail.com" userId="e54939cf76fe2811" providerId="LiveId" clId="{4C7F57B3-CE39-45B5-8560-3CF624DEC5A9}" dt="2026-02-17T15:18:52.591" v="20"/>
          <pc:sldLayoutMkLst>
            <pc:docMk/>
            <pc:sldMasterMk cId="2493104848" sldId="2147483648"/>
            <pc:sldLayoutMk cId="2321716714" sldId="2147483653"/>
          </pc:sldLayoutMkLst>
        </pc:sldLayoutChg>
        <pc:sldLayoutChg chg="setBg">
          <pc:chgData name="johnkevindelosantos@gmail.com" userId="e54939cf76fe2811" providerId="LiveId" clId="{4C7F57B3-CE39-45B5-8560-3CF624DEC5A9}" dt="2026-02-17T15:18:52.591" v="20"/>
          <pc:sldLayoutMkLst>
            <pc:docMk/>
            <pc:sldMasterMk cId="2493104848" sldId="2147483648"/>
            <pc:sldLayoutMk cId="298200385" sldId="2147483654"/>
          </pc:sldLayoutMkLst>
        </pc:sldLayoutChg>
        <pc:sldLayoutChg chg="setBg">
          <pc:chgData name="johnkevindelosantos@gmail.com" userId="e54939cf76fe2811" providerId="LiveId" clId="{4C7F57B3-CE39-45B5-8560-3CF624DEC5A9}" dt="2026-02-17T15:18:52.591" v="20"/>
          <pc:sldLayoutMkLst>
            <pc:docMk/>
            <pc:sldMasterMk cId="2493104848" sldId="2147483648"/>
            <pc:sldLayoutMk cId="1954032990" sldId="2147483655"/>
          </pc:sldLayoutMkLst>
        </pc:sldLayoutChg>
        <pc:sldLayoutChg chg="setBg">
          <pc:chgData name="johnkevindelosantos@gmail.com" userId="e54939cf76fe2811" providerId="LiveId" clId="{4C7F57B3-CE39-45B5-8560-3CF624DEC5A9}" dt="2026-02-17T15:18:52.591" v="20"/>
          <pc:sldLayoutMkLst>
            <pc:docMk/>
            <pc:sldMasterMk cId="2493104848" sldId="2147483648"/>
            <pc:sldLayoutMk cId="539688517" sldId="2147483656"/>
          </pc:sldLayoutMkLst>
        </pc:sldLayoutChg>
        <pc:sldLayoutChg chg="setBg">
          <pc:chgData name="johnkevindelosantos@gmail.com" userId="e54939cf76fe2811" providerId="LiveId" clId="{4C7F57B3-CE39-45B5-8560-3CF624DEC5A9}" dt="2026-02-17T15:18:52.591" v="20"/>
          <pc:sldLayoutMkLst>
            <pc:docMk/>
            <pc:sldMasterMk cId="2493104848" sldId="2147483648"/>
            <pc:sldLayoutMk cId="3296760659" sldId="2147483657"/>
          </pc:sldLayoutMkLst>
        </pc:sldLayoutChg>
        <pc:sldLayoutChg chg="setBg">
          <pc:chgData name="johnkevindelosantos@gmail.com" userId="e54939cf76fe2811" providerId="LiveId" clId="{4C7F57B3-CE39-45B5-8560-3CF624DEC5A9}" dt="2026-02-17T15:18:52.591" v="20"/>
          <pc:sldLayoutMkLst>
            <pc:docMk/>
            <pc:sldMasterMk cId="2493104848" sldId="2147483648"/>
            <pc:sldLayoutMk cId="955752942" sldId="2147483658"/>
          </pc:sldLayoutMkLst>
        </pc:sldLayoutChg>
        <pc:sldLayoutChg chg="setBg">
          <pc:chgData name="johnkevindelosantos@gmail.com" userId="e54939cf76fe2811" providerId="LiveId" clId="{4C7F57B3-CE39-45B5-8560-3CF624DEC5A9}" dt="2026-02-17T15:18:52.591" v="20"/>
          <pc:sldLayoutMkLst>
            <pc:docMk/>
            <pc:sldMasterMk cId="2493104848" sldId="2147483648"/>
            <pc:sldLayoutMk cId="349191941" sldId="2147483659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7DA7BD-CF13-2596-580F-CD8A900950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AF036C-3166-1132-DE59-0254A82C75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D1AF9B-C020-1544-25BC-D8B3D9805E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C18FD-A817-4BB3-A43E-BCEC991AE93B}" type="datetimeFigureOut">
              <a:rPr lang="en-PH" smtClean="0"/>
              <a:t>2/17/2026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B30A05-B848-2A9B-08D5-90153B988C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7B2180-CCA0-BF53-FAD5-28FA03EE9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BBFC3-8108-4C50-A8E6-BF71ECE081C1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2119649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2D07CC-8D6E-9476-4584-C76D22B8CB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2630CD-5CF6-5664-29FD-017A0F7C18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D001C6-0C36-2AD2-54B9-4B171ACB15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C18FD-A817-4BB3-A43E-BCEC991AE93B}" type="datetimeFigureOut">
              <a:rPr lang="en-PH" smtClean="0"/>
              <a:t>2/17/2026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B00847-225E-5826-DFB0-6EE004A613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8B468C-C679-B38E-0346-4CAA27DB4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BBFC3-8108-4C50-A8E6-BF71ECE081C1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5112347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9459ED-9D9A-C1F5-767B-59412F350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0523EF-5FD6-27ED-F47E-576D318DAA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65AA0B-77C3-738E-829C-5A3F97197A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C18FD-A817-4BB3-A43E-BCEC991AE93B}" type="datetimeFigureOut">
              <a:rPr lang="en-PH" smtClean="0"/>
              <a:t>2/17/2026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605C1B-3531-7751-8BD2-5769C6B144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81FF49-2402-E38E-D8A5-74C64031C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BBFC3-8108-4C50-A8E6-BF71ECE081C1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1807272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F8BC6-996E-4BA7-0F14-DBBF97A755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1EEE2D-C536-67E8-521D-68FE3B41EF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6E2A26-1D19-BB28-DC57-B3CAC19410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5B5042-EE3C-FB60-E478-E07E04CCDF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C18FD-A817-4BB3-A43E-BCEC991AE93B}" type="datetimeFigureOut">
              <a:rPr lang="en-PH" smtClean="0"/>
              <a:t>2/17/2026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B28719-44B2-4296-C5F2-C30DEA2C5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65CD77-58E5-C533-43E8-6E2B6974B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BBFC3-8108-4C50-A8E6-BF71ECE081C1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5866366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238E94-F26D-91CE-670A-BBBC4DC9C1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5F4661-9161-82B7-47CE-4AFD10D728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BE47AB-95E8-1BC4-0A6E-6F2AD970B0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867D7A-F05E-9548-72C0-E6E6CEB1A1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725C629-C38F-C114-8551-A8F9A5B26A6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95A6D40-B9FA-BA08-3083-B74B708791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C18FD-A817-4BB3-A43E-BCEC991AE93B}" type="datetimeFigureOut">
              <a:rPr lang="en-PH" smtClean="0"/>
              <a:t>2/17/2026</a:t>
            </a:fld>
            <a:endParaRPr lang="en-P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409B4E9-37FD-C6D3-E35F-F183F17E0E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1B36426-E1C1-6EC7-7EA2-3B3D6162C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BBFC3-8108-4C50-A8E6-BF71ECE081C1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3217167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334F56-81EE-D049-D7E8-39F596E43A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015D761-BC36-A0D0-C38E-1C5A22B196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C18FD-A817-4BB3-A43E-BCEC991AE93B}" type="datetimeFigureOut">
              <a:rPr lang="en-PH" smtClean="0"/>
              <a:t>2/17/2026</a:t>
            </a:fld>
            <a:endParaRPr lang="en-P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D9721B-289D-2725-C153-DEB44CAC7C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CC1777-7B63-6D4C-D59F-4BF55BBA9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BBFC3-8108-4C50-A8E6-BF71ECE081C1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982003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F418B5F-B54B-BD41-908A-AD516450FB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C18FD-A817-4BB3-A43E-BCEC991AE93B}" type="datetimeFigureOut">
              <a:rPr lang="en-PH" smtClean="0"/>
              <a:t>2/17/2026</a:t>
            </a:fld>
            <a:endParaRPr lang="en-P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DD0C99-E2C9-34B3-1FC7-930FDBD2F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7CA65A-361F-5A8C-9EC3-F5E5188D6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BBFC3-8108-4C50-A8E6-BF71ECE081C1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9540329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F90396-D4E1-A9E4-B373-3A68217EF1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A87E35-DE3C-73EF-87B3-E649CA2E83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003AAC-5C6F-707E-D21D-B9D08A198C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4F1FD2-1552-BB8D-06F6-2B6FBED991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C18FD-A817-4BB3-A43E-BCEC991AE93B}" type="datetimeFigureOut">
              <a:rPr lang="en-PH" smtClean="0"/>
              <a:t>2/17/2026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4880F5-1DF2-C424-62E9-3B658AF90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D5EB74-9CB3-AB13-7FA2-D664B20DEA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BBFC3-8108-4C50-A8E6-BF71ECE081C1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5396885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965425-D736-3B79-A1DD-EEAA41F599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CA3213B-96FF-857C-5F70-B98C1A1270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0200DE-FA07-B2DA-0882-3698235781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C5F2E4-A4F3-E579-52E4-D851F938F6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C18FD-A817-4BB3-A43E-BCEC991AE93B}" type="datetimeFigureOut">
              <a:rPr lang="en-PH" smtClean="0"/>
              <a:t>2/17/2026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3B7472-C1B2-2D12-10F3-0476575D90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B97F7F-441A-664A-8625-180BB022F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BBFC3-8108-4C50-A8E6-BF71ECE081C1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2967606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096172-E255-1286-94BE-A66BDE0AB0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90C8A4-705B-4EC7-3481-9DE8D61FBB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2AA60C-FED9-3767-935A-FFCAC00959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C18FD-A817-4BB3-A43E-BCEC991AE93B}" type="datetimeFigureOut">
              <a:rPr lang="en-PH" smtClean="0"/>
              <a:t>2/17/2026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5C3F9D-0550-8FAB-010F-479EDA3381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6F1966-89E9-6DA8-2C58-392A4F4A1C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BBFC3-8108-4C50-A8E6-BF71ECE081C1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557529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F814C33-7DE8-1049-1C7B-36217FF0F5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4D7CE6-E6F0-5DBB-FE02-D5FFA3CABD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DD6B74-DC4F-0364-4DDE-19F1830B35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0C18FD-A817-4BB3-A43E-BCEC991AE93B}" type="datetimeFigureOut">
              <a:rPr lang="en-PH" smtClean="0"/>
              <a:t>2/17/2026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F4BE63-63AB-A60D-BE68-3A5F25610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5ED0EB-A79B-8A24-0827-F0A06B47C2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9BBFC3-8108-4C50-A8E6-BF71ECE081C1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491919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A933853-9DC6-FDA8-8C3E-51125011F0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096797-3411-09F4-4C55-7949C2633C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55AEFC-EEF3-0051-D81C-B09E37ADB0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0C18FD-A817-4BB3-A43E-BCEC991AE93B}" type="datetimeFigureOut">
              <a:rPr lang="en-PH" smtClean="0"/>
              <a:t>2/17/2026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4E74D4-D50B-E3CA-FA3E-3AA658BCA4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3C47E0-3CF7-3B93-5B6D-F76EFB31C0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9BBFC3-8108-4C50-A8E6-BF71ECE081C1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4931048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2D24D8-BFE4-4E40-D451-154BEE0D55F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8000" b="1" dirty="0">
                <a:solidFill>
                  <a:schemeClr val="bg1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UCLM </a:t>
            </a:r>
            <a:r>
              <a:rPr lang="en-US" sz="8000" b="1" dirty="0" err="1">
                <a:solidFill>
                  <a:schemeClr val="bg1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GearLoop</a:t>
            </a:r>
            <a:endParaRPr lang="en-PH" sz="8000" b="1" dirty="0">
              <a:solidFill>
                <a:schemeClr val="bg1"/>
              </a:solidFill>
              <a:latin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2ABDE6-3C84-0C02-DAEB-22DCA7AE07C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solidFill>
                  <a:schemeClr val="bg1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The Academic Resource Exchange</a:t>
            </a:r>
          </a:p>
          <a:p>
            <a:endParaRPr lang="en-PH" sz="4000" b="1" dirty="0">
              <a:solidFill>
                <a:schemeClr val="bg1"/>
              </a:solidFill>
              <a:latin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08252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0C75A8-E45D-51D5-8440-18384C0851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8645"/>
            <a:ext cx="10515600" cy="630555"/>
          </a:xfrm>
        </p:spPr>
        <p:txBody>
          <a:bodyPr>
            <a:no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PROBLEM</a:t>
            </a:r>
            <a:endParaRPr lang="en-PH" sz="4000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3909E5-D1C6-B87A-1D53-05CDC3C595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2400"/>
            <a:ext cx="10515600" cy="5110163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b="1" dirty="0">
                <a:solidFill>
                  <a:schemeClr val="bg1"/>
                </a:solidFill>
              </a:rPr>
              <a:t>A Fragmented &amp; Risky Campus Economy</a:t>
            </a:r>
          </a:p>
          <a:p>
            <a:pPr marL="0" indent="0" algn="ctr">
              <a:lnSpc>
                <a:spcPct val="100000"/>
              </a:lnSpc>
              <a:buNone/>
            </a:pPr>
            <a:endParaRPr lang="en-US" sz="2000" dirty="0">
              <a:solidFill>
                <a:schemeClr val="bg1"/>
              </a:solidFill>
            </a:endParaRPr>
          </a:p>
          <a:p>
            <a:pPr algn="just">
              <a:lnSpc>
                <a:spcPct val="100000"/>
              </a:lnSpc>
            </a:pPr>
            <a:r>
              <a:rPr lang="en-US" sz="2000" b="1" dirty="0">
                <a:solidFill>
                  <a:schemeClr val="bg1"/>
                </a:solidFill>
              </a:rPr>
              <a:t>Fragmented Channels:</a:t>
            </a:r>
            <a:r>
              <a:rPr lang="en-US" sz="2000" dirty="0">
                <a:solidFill>
                  <a:schemeClr val="bg1"/>
                </a:solidFill>
              </a:rPr>
              <a:t> Students currently use scattered Facebook groups, Messenger GCs, and personal posts to buy/sell uniforms and books. It is disorganized and hard to search.</a:t>
            </a:r>
          </a:p>
          <a:p>
            <a:pPr algn="just">
              <a:lnSpc>
                <a:spcPct val="100000"/>
              </a:lnSpc>
            </a:pPr>
            <a:r>
              <a:rPr lang="en-US" sz="2000" b="1" dirty="0">
                <a:solidFill>
                  <a:schemeClr val="bg1"/>
                </a:solidFill>
              </a:rPr>
              <a:t>Safety Risks:</a:t>
            </a:r>
            <a:r>
              <a:rPr lang="en-US" sz="2000" dirty="0">
                <a:solidFill>
                  <a:schemeClr val="bg1"/>
                </a:solidFill>
              </a:rPr>
              <a:t> Public platforms expose students to scammers, joy-</a:t>
            </a:r>
            <a:r>
              <a:rPr lang="en-US" sz="2000" dirty="0" err="1">
                <a:solidFill>
                  <a:schemeClr val="bg1"/>
                </a:solidFill>
              </a:rPr>
              <a:t>reservers</a:t>
            </a:r>
            <a:r>
              <a:rPr lang="en-US" sz="2000" dirty="0">
                <a:solidFill>
                  <a:schemeClr val="bg1"/>
                </a:solidFill>
              </a:rPr>
              <a:t>, and unsafe meetups with non-UC outsiders.</a:t>
            </a:r>
          </a:p>
          <a:p>
            <a:pPr algn="just">
              <a:lnSpc>
                <a:spcPct val="100000"/>
              </a:lnSpc>
            </a:pPr>
            <a:r>
              <a:rPr lang="en-US" sz="2000" b="1" dirty="0">
                <a:solidFill>
                  <a:schemeClr val="bg1"/>
                </a:solidFill>
              </a:rPr>
              <a:t>Waste:</a:t>
            </a:r>
            <a:r>
              <a:rPr lang="en-US" sz="2000" dirty="0">
                <a:solidFill>
                  <a:schemeClr val="bg1"/>
                </a:solidFill>
              </a:rPr>
              <a:t> Usable academic resources (books, uniforms) are often discarded instead of donated or sold.</a:t>
            </a:r>
          </a:p>
          <a:p>
            <a:pPr algn="just">
              <a:lnSpc>
                <a:spcPct val="100000"/>
              </a:lnSpc>
            </a:pPr>
            <a:endParaRPr lang="en-US" sz="2000" dirty="0">
              <a:solidFill>
                <a:schemeClr val="bg1"/>
              </a:solidFill>
            </a:endParaRPr>
          </a:p>
          <a:p>
            <a:pPr algn="just">
              <a:lnSpc>
                <a:spcPct val="100000"/>
              </a:lnSpc>
            </a:pPr>
            <a:r>
              <a:rPr lang="en-US" sz="2000" b="1" dirty="0">
                <a:solidFill>
                  <a:schemeClr val="bg1"/>
                </a:solidFill>
              </a:rPr>
              <a:t>Why it matters:</a:t>
            </a:r>
            <a:endParaRPr lang="en-US" sz="2000" dirty="0">
              <a:solidFill>
                <a:schemeClr val="bg1"/>
              </a:solidFill>
            </a:endParaRPr>
          </a:p>
          <a:p>
            <a:pPr algn="just">
              <a:lnSpc>
                <a:spcPct val="100000"/>
              </a:lnSpc>
            </a:pPr>
            <a:r>
              <a:rPr lang="en-US" sz="2000" dirty="0">
                <a:solidFill>
                  <a:schemeClr val="bg1"/>
                </a:solidFill>
              </a:rPr>
              <a:t>Students lose money and time trying to find affordable resources.</a:t>
            </a:r>
          </a:p>
          <a:p>
            <a:pPr algn="just">
              <a:lnSpc>
                <a:spcPct val="100000"/>
              </a:lnSpc>
            </a:pPr>
            <a:r>
              <a:rPr lang="en-US" sz="2000" dirty="0">
                <a:solidFill>
                  <a:schemeClr val="bg1"/>
                </a:solidFill>
              </a:rPr>
              <a:t>It creates unnecessary waste, hurting the environment (SDG 12).</a:t>
            </a:r>
          </a:p>
          <a:p>
            <a:pPr marL="0" indent="0">
              <a:lnSpc>
                <a:spcPct val="100000"/>
              </a:lnSpc>
              <a:buNone/>
            </a:pPr>
            <a:endParaRPr lang="en-PH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33793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850AC9-3BE4-023D-2E2A-B5A336292C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0A14B9-5943-18CC-0156-330EECC63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8645"/>
            <a:ext cx="10515600" cy="630555"/>
          </a:xfrm>
        </p:spPr>
        <p:txBody>
          <a:bodyPr>
            <a:no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TARGET USERS</a:t>
            </a:r>
            <a:endParaRPr lang="en-PH" sz="4000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930ED4-7DDB-CD7F-757E-86E77665F6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47837"/>
            <a:ext cx="10515600" cy="4368483"/>
          </a:xfrm>
        </p:spPr>
        <p:txBody>
          <a:bodyPr>
            <a:normAutofit/>
          </a:bodyPr>
          <a:lstStyle/>
          <a:p>
            <a:pPr marL="0" lv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1. UC Students (Primary):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  <a:p>
            <a:pPr marL="0" lv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Need affordable books, uniforms, and equipment.</a:t>
            </a:r>
          </a:p>
          <a:p>
            <a:pPr marL="0" lv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Want to trade unused items for things they actually need.</a:t>
            </a:r>
          </a:p>
          <a:p>
            <a:pPr marL="0" lv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2. UC Faculty &amp; Staff: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  <a:p>
            <a:pPr marL="0" lv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Can sell personal items or donate directly to student causes.</a:t>
            </a:r>
          </a:p>
          <a:p>
            <a:pPr marL="0" lv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3. The School Administration: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  <a:p>
            <a:pPr marL="0" lv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solidFill>
                  <a:schemeClr val="bg1"/>
                </a:solidFill>
              </a:rPr>
              <a:t>In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stitutional donations and better manage lost-and-found or surplus items.</a:t>
            </a:r>
          </a:p>
          <a:p>
            <a:pPr marL="0" lvl="0" indent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9826489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499C5F-2C94-77B8-48EF-A4A4193FB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769BCF-13C1-92D7-C261-70A3511AA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8645"/>
            <a:ext cx="10515600" cy="630555"/>
          </a:xfrm>
        </p:spPr>
        <p:txBody>
          <a:bodyPr>
            <a:no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Proposed System Solution</a:t>
            </a:r>
            <a:endParaRPr lang="en-PH" sz="4000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6344BD-C0C6-FB6C-CAF5-BDCDACAC9E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38961"/>
            <a:ext cx="10515600" cy="4196080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b="1" dirty="0">
                <a:solidFill>
                  <a:schemeClr val="bg1"/>
                </a:solidFill>
              </a:rPr>
              <a:t>UC Market Place Ecosystem</a:t>
            </a:r>
            <a:br>
              <a:rPr lang="en-US" sz="2000" b="1" dirty="0">
                <a:solidFill>
                  <a:schemeClr val="bg1"/>
                </a:solidFill>
              </a:rPr>
            </a:br>
            <a:endParaRPr lang="en-US" sz="2000" b="1" dirty="0">
              <a:solidFill>
                <a:schemeClr val="bg1"/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2000" b="1" dirty="0">
                <a:solidFill>
                  <a:schemeClr val="bg1"/>
                </a:solidFill>
              </a:rPr>
              <a:t>Overview: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sz="2000" dirty="0">
                <a:solidFill>
                  <a:schemeClr val="bg1"/>
                </a:solidFill>
              </a:rPr>
              <a:t>a unified web platform that integrates a secure marketplace for buying and selling, an advanced trading engine for multi-party exchanges, and a dedicated donation hub for community support. By combining these features under strict UC verification, the system creates a comprehensive, safe, and circular economy exclusively for students and staff.</a:t>
            </a:r>
            <a:endParaRPr lang="en-PH" sz="20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PH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65298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29CA72-D11F-979F-C58A-FF884A0C53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7AD173-77EE-C946-7020-8B7E157E64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8645"/>
            <a:ext cx="10515600" cy="630555"/>
          </a:xfrm>
        </p:spPr>
        <p:txBody>
          <a:bodyPr>
            <a:no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MVP FEATURES </a:t>
            </a:r>
            <a:endParaRPr lang="en-PH" sz="4000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935730-6175-05D4-A365-E908FD3DCB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3520"/>
            <a:ext cx="10515600" cy="5110163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en-US" sz="1800" b="1" dirty="0">
                <a:solidFill>
                  <a:schemeClr val="bg1"/>
                </a:solidFill>
              </a:rPr>
              <a:t>Verified Student Gatekeeper (Account Review)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sz="1800" dirty="0">
                <a:solidFill>
                  <a:schemeClr val="bg1"/>
                </a:solidFill>
              </a:rPr>
              <a:t>Strict login restricted to valid UCLM ID formats to ensure safety and prevent outsiders from entering.</a:t>
            </a:r>
          </a:p>
          <a:p>
            <a:pPr algn="just">
              <a:lnSpc>
                <a:spcPct val="100000"/>
              </a:lnSpc>
            </a:pPr>
            <a:r>
              <a:rPr lang="en-US" sz="1800" b="1" dirty="0">
                <a:solidFill>
                  <a:schemeClr val="bg1"/>
                </a:solidFill>
              </a:rPr>
              <a:t>Triple Trade Tagging System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sz="1800" dirty="0">
                <a:solidFill>
                  <a:schemeClr val="bg1"/>
                </a:solidFill>
              </a:rPr>
              <a:t>A listing feature allowing items to be marked as "For Sale," "For Swap," or "Both," enabling cashless transactions. </a:t>
            </a:r>
          </a:p>
          <a:p>
            <a:pPr algn="just">
              <a:lnSpc>
                <a:spcPct val="100000"/>
              </a:lnSpc>
            </a:pPr>
            <a:r>
              <a:rPr lang="en-US" sz="1800" b="1" dirty="0">
                <a:solidFill>
                  <a:schemeClr val="bg1"/>
                </a:solidFill>
              </a:rPr>
              <a:t>Context-Aware Smart Search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sz="1800" dirty="0">
                <a:solidFill>
                  <a:schemeClr val="bg1"/>
                </a:solidFill>
              </a:rPr>
              <a:t>A filtering engine that sorts results by Department (Maritime, Criminology, Nursing) so students don't see irrelevant items. </a:t>
            </a:r>
          </a:p>
          <a:p>
            <a:pPr algn="just">
              <a:lnSpc>
                <a:spcPct val="100000"/>
              </a:lnSpc>
            </a:pPr>
            <a:r>
              <a:rPr lang="en-US" sz="1800" b="1" dirty="0">
                <a:solidFill>
                  <a:schemeClr val="bg1"/>
                </a:solidFill>
              </a:rPr>
              <a:t>Standardized Condition Grading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sz="1800" dirty="0">
                <a:solidFill>
                  <a:schemeClr val="bg1"/>
                </a:solidFill>
              </a:rPr>
              <a:t>A mandatory visual scale (Grade A to D) for every listing so buyers know exactly if an item is "Mint" or "Damaged." </a:t>
            </a:r>
          </a:p>
          <a:p>
            <a:pPr algn="just">
              <a:lnSpc>
                <a:spcPct val="100000"/>
              </a:lnSpc>
            </a:pPr>
            <a:r>
              <a:rPr lang="en-US" sz="1800" b="1" dirty="0">
                <a:solidFill>
                  <a:schemeClr val="bg1"/>
                </a:solidFill>
              </a:rPr>
              <a:t>In-App Transaction Chat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sz="1800" dirty="0">
                <a:solidFill>
                  <a:schemeClr val="bg1"/>
                </a:solidFill>
              </a:rPr>
              <a:t>A direct messaging tool to schedule safe meetups on campus without sharing personal phone numbers.</a:t>
            </a:r>
            <a:endParaRPr lang="en-PH" sz="1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72572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C4AFBA-B129-7FD5-66C6-60B1AB56F9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429E4E-BA6A-16E4-9007-CEC5FA9E1A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8645"/>
            <a:ext cx="10515600" cy="630555"/>
          </a:xfrm>
        </p:spPr>
        <p:txBody>
          <a:bodyPr>
            <a:no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OUT-OF-SCOPE</a:t>
            </a:r>
            <a:endParaRPr lang="en-PH" sz="4000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C04750-AAFF-2772-A3CF-92C033D05D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2400"/>
            <a:ext cx="10515600" cy="5110163"/>
          </a:xfrm>
        </p:spPr>
        <p:txBody>
          <a:bodyPr>
            <a:noAutofit/>
          </a:bodyPr>
          <a:lstStyle/>
          <a:p>
            <a:pPr marL="457200" indent="-457200" algn="just">
              <a:lnSpc>
                <a:spcPct val="100000"/>
              </a:lnSpc>
              <a:buFont typeface="+mj-lt"/>
              <a:buAutoNum type="arabicPeriod"/>
            </a:pPr>
            <a:r>
              <a:rPr lang="en-US" sz="2000" b="1" dirty="0">
                <a:solidFill>
                  <a:schemeClr val="bg1"/>
                </a:solidFill>
              </a:rPr>
              <a:t>In-App Payments</a:t>
            </a:r>
          </a:p>
          <a:p>
            <a:pPr algn="just">
              <a:lnSpc>
                <a:spcPct val="100000"/>
              </a:lnSpc>
            </a:pPr>
            <a:r>
              <a:rPr lang="en-US" sz="2000" dirty="0">
                <a:solidFill>
                  <a:schemeClr val="bg1"/>
                </a:solidFill>
              </a:rPr>
              <a:t>No </a:t>
            </a:r>
            <a:r>
              <a:rPr lang="en-US" sz="2000" dirty="0" err="1">
                <a:solidFill>
                  <a:schemeClr val="bg1"/>
                </a:solidFill>
              </a:rPr>
              <a:t>GCash</a:t>
            </a:r>
            <a:r>
              <a:rPr lang="en-US" sz="2000" dirty="0">
                <a:solidFill>
                  <a:schemeClr val="bg1"/>
                </a:solidFill>
              </a:rPr>
              <a:t>/Credit Card integration. </a:t>
            </a:r>
          </a:p>
          <a:p>
            <a:pPr algn="just">
              <a:lnSpc>
                <a:spcPct val="100000"/>
              </a:lnSpc>
            </a:pPr>
            <a:r>
              <a:rPr lang="en-US" sz="2000" dirty="0">
                <a:solidFill>
                  <a:schemeClr val="bg1"/>
                </a:solidFill>
              </a:rPr>
              <a:t>All payments are cash-on-hand (</a:t>
            </a:r>
            <a:r>
              <a:rPr lang="en-US" sz="2000" dirty="0" err="1">
                <a:solidFill>
                  <a:schemeClr val="bg1"/>
                </a:solidFill>
              </a:rPr>
              <a:t>Kaliwaan</a:t>
            </a:r>
            <a:r>
              <a:rPr lang="en-US" sz="2000" dirty="0">
                <a:solidFill>
                  <a:schemeClr val="bg1"/>
                </a:solidFill>
              </a:rPr>
              <a:t>). 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sz="2000" b="1" dirty="0">
                <a:solidFill>
                  <a:schemeClr val="bg1"/>
                </a:solidFill>
              </a:rPr>
              <a:t>2.    Delivery Logistics</a:t>
            </a:r>
          </a:p>
          <a:p>
            <a:pPr algn="just">
              <a:lnSpc>
                <a:spcPct val="100000"/>
              </a:lnSpc>
            </a:pPr>
            <a:r>
              <a:rPr lang="en-US" sz="2000" dirty="0">
                <a:solidFill>
                  <a:schemeClr val="bg1"/>
                </a:solidFill>
              </a:rPr>
              <a:t>No shipping options. </a:t>
            </a:r>
          </a:p>
          <a:p>
            <a:pPr algn="just">
              <a:lnSpc>
                <a:spcPct val="100000"/>
              </a:lnSpc>
            </a:pPr>
            <a:r>
              <a:rPr lang="en-US" sz="2000" dirty="0">
                <a:solidFill>
                  <a:schemeClr val="bg1"/>
                </a:solidFill>
              </a:rPr>
              <a:t>Buyers and sellers must meet on campus. 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sz="2000" b="1" dirty="0">
                <a:solidFill>
                  <a:schemeClr val="bg1"/>
                </a:solidFill>
              </a:rPr>
              <a:t>3.    Bidding/Auctions</a:t>
            </a:r>
          </a:p>
          <a:p>
            <a:pPr algn="just">
              <a:lnSpc>
                <a:spcPct val="100000"/>
              </a:lnSpc>
            </a:pPr>
            <a:r>
              <a:rPr lang="en-US" sz="2000" dirty="0">
                <a:solidFill>
                  <a:schemeClr val="bg1"/>
                </a:solidFill>
              </a:rPr>
              <a:t>Prices are fixed or negotiated in person.</a:t>
            </a:r>
          </a:p>
          <a:p>
            <a:pPr algn="just">
              <a:lnSpc>
                <a:spcPct val="100000"/>
              </a:lnSpc>
            </a:pPr>
            <a:r>
              <a:rPr lang="en-PH" sz="2000" dirty="0">
                <a:solidFill>
                  <a:schemeClr val="bg1"/>
                </a:solidFill>
              </a:rPr>
              <a:t>no complex bidding system.</a:t>
            </a:r>
            <a:endParaRPr lang="en-US" sz="2000" dirty="0">
              <a:solidFill>
                <a:schemeClr val="bg1"/>
              </a:solidFill>
            </a:endParaRPr>
          </a:p>
          <a:p>
            <a:pPr marL="0" indent="0" algn="just">
              <a:lnSpc>
                <a:spcPct val="100000"/>
              </a:lnSpc>
              <a:buNone/>
            </a:pPr>
            <a:br>
              <a:rPr lang="en-US" sz="2000" dirty="0">
                <a:solidFill>
                  <a:schemeClr val="bg1"/>
                </a:solidFill>
              </a:rPr>
            </a:br>
            <a:endParaRPr lang="en-PH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05026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61500C-64DA-6F26-896A-05A622A551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FF1C59-788A-7156-3407-5005E520F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8645"/>
            <a:ext cx="10515600" cy="630555"/>
          </a:xfrm>
        </p:spPr>
        <p:txBody>
          <a:bodyPr>
            <a:noAutofit/>
          </a:bodyPr>
          <a:lstStyle/>
          <a:p>
            <a:pPr algn="ctr"/>
            <a:r>
              <a:rPr lang="en-PH" sz="4000" b="1" dirty="0">
                <a:solidFill>
                  <a:schemeClr val="bg1"/>
                </a:solidFill>
                <a:latin typeface="+mn-lt"/>
              </a:rPr>
              <a:t>SUCCESS INDICATORS 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5F5E7A-40CC-C6EC-A170-4A79E188D7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2400"/>
            <a:ext cx="10515600" cy="5110163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en-US" sz="2000" b="1" dirty="0">
                <a:solidFill>
                  <a:schemeClr val="bg1"/>
                </a:solidFill>
              </a:rPr>
              <a:t>Faster Item Search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sz="2000" dirty="0">
                <a:solidFill>
                  <a:schemeClr val="bg1"/>
                </a:solidFill>
              </a:rPr>
              <a:t>Students can find required item within under 1 minute compared to Facebook scrolling (5–10 minutes).</a:t>
            </a:r>
          </a:p>
          <a:p>
            <a:pPr algn="just">
              <a:lnSpc>
                <a:spcPct val="100000"/>
              </a:lnSpc>
            </a:pPr>
            <a:r>
              <a:rPr lang="en-US" sz="2000" b="1" dirty="0">
                <a:solidFill>
                  <a:schemeClr val="bg1"/>
                </a:solidFill>
              </a:rPr>
              <a:t>Reduced Scam Risk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sz="2000" dirty="0">
                <a:solidFill>
                  <a:schemeClr val="bg1"/>
                </a:solidFill>
              </a:rPr>
              <a:t>100% verified student accounts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sz="2000" dirty="0">
                <a:solidFill>
                  <a:schemeClr val="bg1"/>
                </a:solidFill>
              </a:rPr>
              <a:t>Account Review system reduces fake sellers</a:t>
            </a:r>
          </a:p>
          <a:p>
            <a:pPr algn="just">
              <a:lnSpc>
                <a:spcPct val="100000"/>
              </a:lnSpc>
            </a:pPr>
            <a:r>
              <a:rPr lang="en-US" sz="2000" b="1" dirty="0">
                <a:solidFill>
                  <a:schemeClr val="bg1"/>
                </a:solidFill>
              </a:rPr>
              <a:t>Faster Transaction Completion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sz="2000" dirty="0">
                <a:solidFill>
                  <a:schemeClr val="bg1"/>
                </a:solidFill>
              </a:rPr>
              <a:t>70% of listings marked “Sold” within 3 days compared to 5–7 days in external platforms.</a:t>
            </a:r>
          </a:p>
          <a:p>
            <a:pPr algn="just">
              <a:lnSpc>
                <a:spcPct val="100000"/>
              </a:lnSpc>
            </a:pPr>
            <a:r>
              <a:rPr lang="en-US" sz="2000" b="1" dirty="0">
                <a:solidFill>
                  <a:schemeClr val="bg1"/>
                </a:solidFill>
              </a:rPr>
              <a:t>Increased Reuse Rate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sz="2000" dirty="0">
                <a:solidFill>
                  <a:schemeClr val="bg1"/>
                </a:solidFill>
              </a:rPr>
              <a:t>At least 100 reused items per semester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sz="2000" dirty="0">
                <a:solidFill>
                  <a:schemeClr val="bg1"/>
                </a:solidFill>
              </a:rPr>
              <a:t>Reduces waste (SDG 12)</a:t>
            </a:r>
          </a:p>
        </p:txBody>
      </p:sp>
      <p:sp>
        <p:nvSpPr>
          <p:cNvPr id="5" name="AutoShape 2" descr="2️⃣">
            <a:extLst>
              <a:ext uri="{FF2B5EF4-FFF2-40B4-BE49-F238E27FC236}">
                <a16:creationId xmlns:a16="http://schemas.microsoft.com/office/drawing/2014/main" id="{973E4335-8A07-C773-B677-1EB4D1A09FC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437688" y="-84138"/>
            <a:ext cx="152400" cy="152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PH">
              <a:solidFill>
                <a:schemeClr val="bg1"/>
              </a:solidFill>
            </a:endParaRPr>
          </a:p>
        </p:txBody>
      </p:sp>
      <p:sp>
        <p:nvSpPr>
          <p:cNvPr id="7" name="AutoShape 4" descr="2️⃣">
            <a:extLst>
              <a:ext uri="{FF2B5EF4-FFF2-40B4-BE49-F238E27FC236}">
                <a16:creationId xmlns:a16="http://schemas.microsoft.com/office/drawing/2014/main" id="{8C59BF1D-E238-474D-D82C-07CEA084F6F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590088" y="68262"/>
            <a:ext cx="152400" cy="152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PH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64454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244D96-4E3F-6CE7-B937-299067A5BA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H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D6FA01-263A-458B-15BD-0C8276BBC5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92541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10000" dirty="0">
                <a:solidFill>
                  <a:schemeClr val="bg1"/>
                </a:solidFill>
              </a:rPr>
              <a:t>END</a:t>
            </a:r>
            <a:endParaRPr lang="en-PH" sz="10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15217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497</Words>
  <Application>Microsoft Office PowerPoint</Application>
  <PresentationFormat>Widescreen</PresentationFormat>
  <Paragraphs>58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UCLM GearLoop</vt:lpstr>
      <vt:lpstr>PROBLEM</vt:lpstr>
      <vt:lpstr>TARGET USERS</vt:lpstr>
      <vt:lpstr>Proposed System Solution</vt:lpstr>
      <vt:lpstr>MVP FEATURES </vt:lpstr>
      <vt:lpstr>OUT-OF-SCOPE</vt:lpstr>
      <vt:lpstr>SUCCESS INDICATORS 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johnkevindelosantos@gmail.com</dc:creator>
  <cp:lastModifiedBy>johnkevindelosantos@gmail.com</cp:lastModifiedBy>
  <cp:revision>1</cp:revision>
  <dcterms:created xsi:type="dcterms:W3CDTF">2026-02-17T13:57:50Z</dcterms:created>
  <dcterms:modified xsi:type="dcterms:W3CDTF">2026-02-17T15:19:32Z</dcterms:modified>
</cp:coreProperties>
</file>